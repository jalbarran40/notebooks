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589" autoAdjust="0"/>
  </p:normalViewPr>
  <p:slideViewPr>
    <p:cSldViewPr>
      <p:cViewPr varScale="1">
        <p:scale>
          <a:sx n="90" d="100"/>
          <a:sy n="90" d="100"/>
        </p:scale>
        <p:origin x="83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1AB98296-2FCF-0161-D1A9-45F05D57F798}"/>
              </a:ext>
            </a:extLst>
          </p:cNvPr>
          <p:cNvCxnSpPr>
            <a:cxnSpLocks/>
          </p:cNvCxnSpPr>
          <p:nvPr/>
        </p:nvCxnSpPr>
        <p:spPr>
          <a:xfrm>
            <a:off x="4013200" y="5105400"/>
            <a:ext cx="1981200" cy="1295400"/>
          </a:xfrm>
          <a:prstGeom prst="line">
            <a:avLst/>
          </a:prstGeom>
          <a:ln w="57150">
            <a:solidFill>
              <a:srgbClr val="DDEAEA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Macintosh PowerPoint</Application>
  <PresentationFormat>Personalizado</PresentationFormat>
  <Paragraphs>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JOSE MANUEL ALBARRAN SEGOVIANO</cp:lastModifiedBy>
  <cp:revision>2</cp:revision>
  <dcterms:created xsi:type="dcterms:W3CDTF">2006-08-16T00:00:00Z</dcterms:created>
  <dcterms:modified xsi:type="dcterms:W3CDTF">2026-10-18T11:13:31Z</dcterms:modified>
</cp:coreProperties>
</file>